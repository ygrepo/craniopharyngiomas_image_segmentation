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4"/>
  </p:notesMasterIdLst>
  <p:sldIdLst>
    <p:sldId id="301" r:id="rId2"/>
    <p:sldId id="27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48" userDrawn="1">
          <p15:clr>
            <a:srgbClr val="A4A3A4"/>
          </p15:clr>
        </p15:guide>
        <p15:guide id="2" pos="3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701"/>
    <p:restoredTop sz="91419"/>
  </p:normalViewPr>
  <p:slideViewPr>
    <p:cSldViewPr snapToGrid="0">
      <p:cViewPr varScale="1">
        <p:scale>
          <a:sx n="152" d="100"/>
          <a:sy n="152" d="100"/>
        </p:scale>
        <p:origin x="1000" y="176"/>
      </p:cViewPr>
      <p:guideLst>
        <p:guide orient="horz" pos="1248"/>
        <p:guide pos="38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6" d="100"/>
          <a:sy n="126" d="100"/>
        </p:scale>
        <p:origin x="4472" y="19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21288-A1A7-904F-9B6C-9E421CE05E00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3E7F8D-B462-4E44-823B-DDBF053A58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625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3E7F8D-B462-4E44-823B-DDBF053A584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39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3297" y="1066800"/>
            <a:ext cx="9989574" cy="3598606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37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24" y="519938"/>
            <a:ext cx="10691265" cy="130759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70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09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296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33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283107A-9739-5F91-69F3-0514D4538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1BA835-12AC-4E8F-955A-EA3F4DE2791F}" type="datetime1">
              <a:rPr lang="en-US" smtClean="0"/>
              <a:t>10/28/25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84E0C1-D519-B7DD-DE9C-9428FFBD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FCE6DE8-7ACD-EB84-3FF6-4C7221E23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FEE29849-6604-FE67-B919-D482FCDA9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474455"/>
            <a:ext cx="10774797" cy="1307592"/>
          </a:xfrm>
        </p:spPr>
        <p:txBody>
          <a:bodyPr>
            <a:normAutofit/>
          </a:bodyPr>
          <a:lstStyle>
            <a:lvl1pPr>
              <a:defRPr sz="3600" cap="none" baseline="0"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52809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61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701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0709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8682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29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05" y="519022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606287" y="1172818"/>
            <a:ext cx="1131073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5737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24E07-CD67-FDE2-CD2B-02C8BA6D5F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8488" y="2971800"/>
            <a:ext cx="10255024" cy="914400"/>
          </a:xfrm>
        </p:spPr>
        <p:txBody>
          <a:bodyPr>
            <a:normAutofit fontScale="90000"/>
          </a:bodyPr>
          <a:lstStyle/>
          <a:p>
            <a:r>
              <a:rPr lang="en-US" dirty="0"/>
              <a:t>Brain tumor</a:t>
            </a:r>
            <a:br>
              <a:rPr lang="en-US"/>
            </a:br>
            <a:r>
              <a:rPr lang="en-US"/>
              <a:t>Auto-segmentation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D654EF-6472-F023-DD44-F6CB704988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10/29/2025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773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1C422-8209-C78B-D1D4-64C3DDA45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U-Net Network  Architecture for Segmentation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69598F05-9526-0B2E-2F23-4954ACBC2F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81" r="-1"/>
          <a:stretch>
            <a:fillRect/>
          </a:stretch>
        </p:blipFill>
        <p:spPr>
          <a:xfrm>
            <a:off x="6028079" y="2210963"/>
            <a:ext cx="6163921" cy="3510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707AC8-CF29-A85D-EC79-BE0531A794C1}"/>
              </a:ext>
            </a:extLst>
          </p:cNvPr>
          <p:cNvSpPr txBox="1"/>
          <p:nvPr/>
        </p:nvSpPr>
        <p:spPr>
          <a:xfrm>
            <a:off x="489367" y="1981200"/>
            <a:ext cx="578559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Contracting Path, Encoder</a:t>
            </a:r>
          </a:p>
          <a:p>
            <a:r>
              <a:rPr lang="en-US" dirty="0"/>
              <a:t>At each level, the image’s spatial dimensions (height and width) are reduced (down sampling), while the number of feature channels increases.</a:t>
            </a:r>
          </a:p>
          <a:p>
            <a:r>
              <a:rPr lang="en-US" dirty="0"/>
              <a:t>At the bottom, the network develops a rich, compressed understanding of what is in the image.</a:t>
            </a:r>
          </a:p>
          <a:p>
            <a:endParaRPr lang="en-US" b="1" dirty="0"/>
          </a:p>
          <a:p>
            <a:r>
              <a:rPr lang="en-US" b="1" dirty="0"/>
              <a:t>Expanding Path, Decoder</a:t>
            </a:r>
          </a:p>
          <a:p>
            <a:r>
              <a:rPr lang="en-US" dirty="0"/>
              <a:t>The decoder </a:t>
            </a:r>
            <a:r>
              <a:rPr lang="en-US" dirty="0" err="1"/>
              <a:t>upsamples</a:t>
            </a:r>
            <a:r>
              <a:rPr lang="en-US" dirty="0"/>
              <a:t> the feature maps, gradually restoring spatial resolution while reducing the number of channels.</a:t>
            </a:r>
            <a:br>
              <a:rPr lang="en-US" dirty="0"/>
            </a:br>
            <a:r>
              <a:rPr lang="en-US" dirty="0"/>
              <a:t>This path reconstructs fine details and localizes features back to the image domain, aided by skip</a:t>
            </a:r>
            <a:r>
              <a:rPr lang="en-US" b="1" dirty="0"/>
              <a:t> </a:t>
            </a:r>
            <a:r>
              <a:rPr lang="en-US" dirty="0"/>
              <a:t>connections from the encoder.</a:t>
            </a:r>
          </a:p>
        </p:txBody>
      </p:sp>
    </p:spTree>
    <p:extLst>
      <p:ext uri="{BB962C8B-B14F-4D97-AF65-F5344CB8AC3E}">
        <p14:creationId xmlns:p14="http://schemas.microsoft.com/office/powerpoint/2010/main" val="134446344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3462</TotalTime>
  <Words>106</Words>
  <Application>Microsoft Macintosh PowerPoint</Application>
  <PresentationFormat>Widescreen</PresentationFormat>
  <Paragraphs>10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Aptos</vt:lpstr>
      <vt:lpstr>Arial</vt:lpstr>
      <vt:lpstr>ChronicleVTI</vt:lpstr>
      <vt:lpstr>Brain tumor Auto-segmentation</vt:lpstr>
      <vt:lpstr>U-Net Network  Architecture for Segmentation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Yves Greatti</dc:creator>
  <cp:lastModifiedBy>Yves Greatti</cp:lastModifiedBy>
  <cp:revision>215</cp:revision>
  <dcterms:created xsi:type="dcterms:W3CDTF">2025-05-13T21:02:17Z</dcterms:created>
  <dcterms:modified xsi:type="dcterms:W3CDTF">2025-10-28T16:31:14Z</dcterms:modified>
</cp:coreProperties>
</file>